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4" r:id="rId12"/>
    <p:sldId id="275" r:id="rId13"/>
    <p:sldId id="276" r:id="rId14"/>
    <p:sldId id="269" r:id="rId15"/>
    <p:sldId id="270" r:id="rId16"/>
    <p:sldId id="278" r:id="rId17"/>
    <p:sldId id="271" r:id="rId18"/>
    <p:sldId id="272" r:id="rId19"/>
    <p:sldId id="273" r:id="rId20"/>
    <p:sldId id="277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B7EB87-D6F3-45A3-8872-2039798E24B4}" v="2004" dt="2026-05-04T15:56:43.1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hor Lechanka" userId="34360e94-88de-42f5-8fa2-9bac94e2916c" providerId="ADAL" clId="{970B5515-03D9-4F80-B610-B003CCAFB89C}"/>
    <pc:docChg chg="undo custSel addSld delSld modSld modMainMaster">
      <pc:chgData name="Yahor Lechanka" userId="34360e94-88de-42f5-8fa2-9bac94e2916c" providerId="ADAL" clId="{970B5515-03D9-4F80-B610-B003CCAFB89C}" dt="2026-05-04T16:16:16.286" v="4188" actId="20577"/>
      <pc:docMkLst>
        <pc:docMk/>
      </pc:docMkLst>
      <pc:sldChg chg="modSp del mod">
        <pc:chgData name="Yahor Lechanka" userId="34360e94-88de-42f5-8fa2-9bac94e2916c" providerId="ADAL" clId="{970B5515-03D9-4F80-B610-B003CCAFB89C}" dt="2026-05-04T08:00:27.608" v="164" actId="2696"/>
        <pc:sldMkLst>
          <pc:docMk/>
          <pc:sldMk cId="1020266206" sldId="256"/>
        </pc:sldMkLst>
        <pc:spChg chg="mod">
          <ac:chgData name="Yahor Lechanka" userId="34360e94-88de-42f5-8fa2-9bac94e2916c" providerId="ADAL" clId="{970B5515-03D9-4F80-B610-B003CCAFB89C}" dt="2026-05-04T07:58:46.757" v="40"/>
          <ac:spMkLst>
            <pc:docMk/>
            <pc:sldMk cId="1020266206" sldId="256"/>
            <ac:spMk id="2" creationId="{BD41269C-67E6-7FCF-34B8-4FB47FD53794}"/>
          </ac:spMkLst>
        </pc:spChg>
        <pc:spChg chg="mod">
          <ac:chgData name="Yahor Lechanka" userId="34360e94-88de-42f5-8fa2-9bac94e2916c" providerId="ADAL" clId="{970B5515-03D9-4F80-B610-B003CCAFB89C}" dt="2026-05-04T07:58:46.757" v="40"/>
          <ac:spMkLst>
            <pc:docMk/>
            <pc:sldMk cId="1020266206" sldId="256"/>
            <ac:spMk id="3" creationId="{75B1CD1E-3A1E-B15D-01B4-FE5968B5CF3F}"/>
          </ac:spMkLst>
        </pc:spChg>
      </pc:sldChg>
      <pc:sldChg chg="addSp delSp modSp new mod">
        <pc:chgData name="Yahor Lechanka" userId="34360e94-88de-42f5-8fa2-9bac94e2916c" providerId="ADAL" clId="{970B5515-03D9-4F80-B610-B003CCAFB89C}" dt="2026-05-04T16:16:16.286" v="4188" actId="20577"/>
        <pc:sldMkLst>
          <pc:docMk/>
          <pc:sldMk cId="3349694705" sldId="257"/>
        </pc:sldMkLst>
        <pc:spChg chg="mod">
          <ac:chgData name="Yahor Lechanka" userId="34360e94-88de-42f5-8fa2-9bac94e2916c" providerId="ADAL" clId="{970B5515-03D9-4F80-B610-B003CCAFB89C}" dt="2026-05-04T07:59:48.283" v="126" actId="20577"/>
          <ac:spMkLst>
            <pc:docMk/>
            <pc:sldMk cId="3349694705" sldId="257"/>
            <ac:spMk id="2" creationId="{28365034-3571-CF01-3781-75A5D28834CA}"/>
          </ac:spMkLst>
        </pc:spChg>
        <pc:spChg chg="mod">
          <ac:chgData name="Yahor Lechanka" userId="34360e94-88de-42f5-8fa2-9bac94e2916c" providerId="ADAL" clId="{970B5515-03D9-4F80-B610-B003CCAFB89C}" dt="2026-05-04T08:00:13.640" v="162" actId="20577"/>
          <ac:spMkLst>
            <pc:docMk/>
            <pc:sldMk cId="3349694705" sldId="257"/>
            <ac:spMk id="3" creationId="{7E305BC6-7F37-0684-0C7F-CF5E1FCD9744}"/>
          </ac:spMkLst>
        </pc:spChg>
        <pc:spChg chg="mod">
          <ac:chgData name="Yahor Lechanka" userId="34360e94-88de-42f5-8fa2-9bac94e2916c" providerId="ADAL" clId="{970B5515-03D9-4F80-B610-B003CCAFB89C}" dt="2026-05-04T07:59:23.075" v="110" actId="20577"/>
          <ac:spMkLst>
            <pc:docMk/>
            <pc:sldMk cId="3349694705" sldId="257"/>
            <ac:spMk id="4" creationId="{9AFE7DC6-05C0-F92C-C4CE-167748544B9F}"/>
          </ac:spMkLst>
        </pc:spChg>
        <pc:spChg chg="add del">
          <ac:chgData name="Yahor Lechanka" userId="34360e94-88de-42f5-8fa2-9bac94e2916c" providerId="ADAL" clId="{970B5515-03D9-4F80-B610-B003CCAFB89C}" dt="2026-05-04T08:00:03.258" v="138" actId="22"/>
          <ac:spMkLst>
            <pc:docMk/>
            <pc:sldMk cId="3349694705" sldId="257"/>
            <ac:spMk id="6" creationId="{C3E209BF-4B8F-DBF6-64A9-00FB99A79C97}"/>
          </ac:spMkLst>
        </pc:spChg>
        <pc:spChg chg="add mod">
          <ac:chgData name="Yahor Lechanka" userId="34360e94-88de-42f5-8fa2-9bac94e2916c" providerId="ADAL" clId="{970B5515-03D9-4F80-B610-B003CCAFB89C}" dt="2026-05-04T16:16:16.286" v="4188" actId="20577"/>
          <ac:spMkLst>
            <pc:docMk/>
            <pc:sldMk cId="3349694705" sldId="257"/>
            <ac:spMk id="7" creationId="{79D4A24D-6F2E-8F74-1BB8-EE3441542AF0}"/>
          </ac:spMkLst>
        </pc:spChg>
      </pc:sldChg>
      <pc:sldChg chg="new del">
        <pc:chgData name="Yahor Lechanka" userId="34360e94-88de-42f5-8fa2-9bac94e2916c" providerId="ADAL" clId="{970B5515-03D9-4F80-B610-B003CCAFB89C}" dt="2026-05-04T08:01:02.173" v="167" actId="47"/>
        <pc:sldMkLst>
          <pc:docMk/>
          <pc:sldMk cId="2040963561" sldId="258"/>
        </pc:sldMkLst>
      </pc:sldChg>
      <pc:sldChg chg="new del">
        <pc:chgData name="Yahor Lechanka" userId="34360e94-88de-42f5-8fa2-9bac94e2916c" providerId="ADAL" clId="{970B5515-03D9-4F80-B610-B003CCAFB89C}" dt="2026-05-04T08:01:13.960" v="169" actId="2696"/>
        <pc:sldMkLst>
          <pc:docMk/>
          <pc:sldMk cId="3472839242" sldId="259"/>
        </pc:sldMkLst>
      </pc:sldChg>
      <pc:sldChg chg="modSp new mod">
        <pc:chgData name="Yahor Lechanka" userId="34360e94-88de-42f5-8fa2-9bac94e2916c" providerId="ADAL" clId="{970B5515-03D9-4F80-B610-B003CCAFB89C}" dt="2026-05-04T08:08:06.981" v="706" actId="20577"/>
        <pc:sldMkLst>
          <pc:docMk/>
          <pc:sldMk cId="1953107437" sldId="260"/>
        </pc:sldMkLst>
        <pc:spChg chg="mod">
          <ac:chgData name="Yahor Lechanka" userId="34360e94-88de-42f5-8fa2-9bac94e2916c" providerId="ADAL" clId="{970B5515-03D9-4F80-B610-B003CCAFB89C}" dt="2026-05-04T08:08:06.981" v="706" actId="20577"/>
          <ac:spMkLst>
            <pc:docMk/>
            <pc:sldMk cId="1953107437" sldId="260"/>
            <ac:spMk id="3" creationId="{342E2634-2C61-8967-7305-F75BDCE3DD3A}"/>
          </ac:spMkLst>
        </pc:spChg>
        <pc:spChg chg="mod">
          <ac:chgData name="Yahor Lechanka" userId="34360e94-88de-42f5-8fa2-9bac94e2916c" providerId="ADAL" clId="{970B5515-03D9-4F80-B610-B003CCAFB89C}" dt="2026-05-04T08:03:43.789" v="279"/>
          <ac:spMkLst>
            <pc:docMk/>
            <pc:sldMk cId="1953107437" sldId="260"/>
            <ac:spMk id="4" creationId="{49C78B2B-1225-5FBE-C633-9EAB98391505}"/>
          </ac:spMkLst>
        </pc:spChg>
      </pc:sldChg>
      <pc:sldChg chg="modSp new mod">
        <pc:chgData name="Yahor Lechanka" userId="34360e94-88de-42f5-8fa2-9bac94e2916c" providerId="ADAL" clId="{970B5515-03D9-4F80-B610-B003CCAFB89C}" dt="2026-05-04T08:22:42.324" v="1688" actId="20577"/>
        <pc:sldMkLst>
          <pc:docMk/>
          <pc:sldMk cId="3578242129" sldId="261"/>
        </pc:sldMkLst>
        <pc:spChg chg="mod">
          <ac:chgData name="Yahor Lechanka" userId="34360e94-88de-42f5-8fa2-9bac94e2916c" providerId="ADAL" clId="{970B5515-03D9-4F80-B610-B003CCAFB89C}" dt="2026-05-04T08:22:42.324" v="1688" actId="20577"/>
          <ac:spMkLst>
            <pc:docMk/>
            <pc:sldMk cId="3578242129" sldId="261"/>
            <ac:spMk id="3" creationId="{41BF7C5B-350F-5506-5775-2EE70358E374}"/>
          </ac:spMkLst>
        </pc:spChg>
        <pc:spChg chg="mod">
          <ac:chgData name="Yahor Lechanka" userId="34360e94-88de-42f5-8fa2-9bac94e2916c" providerId="ADAL" clId="{970B5515-03D9-4F80-B610-B003CCAFB89C}" dt="2026-05-04T08:08:16.028" v="720" actId="20577"/>
          <ac:spMkLst>
            <pc:docMk/>
            <pc:sldMk cId="3578242129" sldId="261"/>
            <ac:spMk id="4" creationId="{B9A93513-A45F-4884-ABDC-E079A5197CB0}"/>
          </ac:spMkLst>
        </pc:spChg>
      </pc:sldChg>
      <pc:sldChg chg="modSp new mod">
        <pc:chgData name="Yahor Lechanka" userId="34360e94-88de-42f5-8fa2-9bac94e2916c" providerId="ADAL" clId="{970B5515-03D9-4F80-B610-B003CCAFB89C}" dt="2026-05-04T15:47:47.609" v="4092" actId="20577"/>
        <pc:sldMkLst>
          <pc:docMk/>
          <pc:sldMk cId="823614194" sldId="262"/>
        </pc:sldMkLst>
        <pc:spChg chg="mod">
          <ac:chgData name="Yahor Lechanka" userId="34360e94-88de-42f5-8fa2-9bac94e2916c" providerId="ADAL" clId="{970B5515-03D9-4F80-B610-B003CCAFB89C}" dt="2026-05-04T15:47:47.609" v="4092" actId="20577"/>
          <ac:spMkLst>
            <pc:docMk/>
            <pc:sldMk cId="823614194" sldId="262"/>
            <ac:spMk id="3" creationId="{14B935A3-2423-A805-51F4-8DC9FB4FEDF1}"/>
          </ac:spMkLst>
        </pc:spChg>
        <pc:spChg chg="mod">
          <ac:chgData name="Yahor Lechanka" userId="34360e94-88de-42f5-8fa2-9bac94e2916c" providerId="ADAL" clId="{970B5515-03D9-4F80-B610-B003CCAFB89C}" dt="2026-05-04T08:13:44.503" v="1048" actId="20577"/>
          <ac:spMkLst>
            <pc:docMk/>
            <pc:sldMk cId="823614194" sldId="262"/>
            <ac:spMk id="4" creationId="{92AE8858-AA5D-614A-7B3F-4FD0EAC28B2D}"/>
          </ac:spMkLst>
        </pc:spChg>
      </pc:sldChg>
      <pc:sldChg chg="modSp new mod">
        <pc:chgData name="Yahor Lechanka" userId="34360e94-88de-42f5-8fa2-9bac94e2916c" providerId="ADAL" clId="{970B5515-03D9-4F80-B610-B003CCAFB89C}" dt="2026-05-04T08:53:13.940" v="2422" actId="20577"/>
        <pc:sldMkLst>
          <pc:docMk/>
          <pc:sldMk cId="1542178192" sldId="263"/>
        </pc:sldMkLst>
        <pc:spChg chg="mod">
          <ac:chgData name="Yahor Lechanka" userId="34360e94-88de-42f5-8fa2-9bac94e2916c" providerId="ADAL" clId="{970B5515-03D9-4F80-B610-B003CCAFB89C}" dt="2026-05-04T08:53:13.940" v="2422" actId="20577"/>
          <ac:spMkLst>
            <pc:docMk/>
            <pc:sldMk cId="1542178192" sldId="263"/>
            <ac:spMk id="3" creationId="{CB9E429C-6AF4-C4A5-2FAE-AB5D041F7DE5}"/>
          </ac:spMkLst>
        </pc:spChg>
        <pc:spChg chg="mod">
          <ac:chgData name="Yahor Lechanka" userId="34360e94-88de-42f5-8fa2-9bac94e2916c" providerId="ADAL" clId="{970B5515-03D9-4F80-B610-B003CCAFB89C}" dt="2026-05-04T08:20:24.467" v="1555" actId="20577"/>
          <ac:spMkLst>
            <pc:docMk/>
            <pc:sldMk cId="1542178192" sldId="263"/>
            <ac:spMk id="4" creationId="{AD765C00-5768-52E4-161A-F84DE1C17C29}"/>
          </ac:spMkLst>
        </pc:spChg>
      </pc:sldChg>
      <pc:sldChg chg="modSp new mod">
        <pc:chgData name="Yahor Lechanka" userId="34360e94-88de-42f5-8fa2-9bac94e2916c" providerId="ADAL" clId="{970B5515-03D9-4F80-B610-B003CCAFB89C}" dt="2026-05-04T15:04:16.099" v="3865" actId="20577"/>
        <pc:sldMkLst>
          <pc:docMk/>
          <pc:sldMk cId="1533612073" sldId="264"/>
        </pc:sldMkLst>
        <pc:spChg chg="mod">
          <ac:chgData name="Yahor Lechanka" userId="34360e94-88de-42f5-8fa2-9bac94e2916c" providerId="ADAL" clId="{970B5515-03D9-4F80-B610-B003CCAFB89C}" dt="2026-05-04T15:04:16.099" v="3865" actId="20577"/>
          <ac:spMkLst>
            <pc:docMk/>
            <pc:sldMk cId="1533612073" sldId="264"/>
            <ac:spMk id="3" creationId="{09A73FC8-D796-9FDF-DB53-51CC87C4DAC9}"/>
          </ac:spMkLst>
        </pc:spChg>
        <pc:spChg chg="mod">
          <ac:chgData name="Yahor Lechanka" userId="34360e94-88de-42f5-8fa2-9bac94e2916c" providerId="ADAL" clId="{970B5515-03D9-4F80-B610-B003CCAFB89C}" dt="2026-05-04T08:36:29.410" v="2056" actId="20577"/>
          <ac:spMkLst>
            <pc:docMk/>
            <pc:sldMk cId="1533612073" sldId="264"/>
            <ac:spMk id="4" creationId="{4A3B7810-C12C-5878-F75B-E03D5CE0AAD3}"/>
          </ac:spMkLst>
        </pc:spChg>
      </pc:sldChg>
      <pc:sldChg chg="modSp new mod">
        <pc:chgData name="Yahor Lechanka" userId="34360e94-88de-42f5-8fa2-9bac94e2916c" providerId="ADAL" clId="{970B5515-03D9-4F80-B610-B003CCAFB89C}" dt="2026-05-04T14:25:05.777" v="3307" actId="20577"/>
        <pc:sldMkLst>
          <pc:docMk/>
          <pc:sldMk cId="2960799" sldId="265"/>
        </pc:sldMkLst>
        <pc:spChg chg="mod">
          <ac:chgData name="Yahor Lechanka" userId="34360e94-88de-42f5-8fa2-9bac94e2916c" providerId="ADAL" clId="{970B5515-03D9-4F80-B610-B003CCAFB89C}" dt="2026-05-04T09:42:47.758" v="3180" actId="20577"/>
          <ac:spMkLst>
            <pc:docMk/>
            <pc:sldMk cId="2960799" sldId="265"/>
            <ac:spMk id="3" creationId="{F2F68373-A04A-DF69-C543-41C6F0765D99}"/>
          </ac:spMkLst>
        </pc:spChg>
        <pc:spChg chg="mod">
          <ac:chgData name="Yahor Lechanka" userId="34360e94-88de-42f5-8fa2-9bac94e2916c" providerId="ADAL" clId="{970B5515-03D9-4F80-B610-B003CCAFB89C}" dt="2026-05-04T14:25:05.777" v="3307" actId="20577"/>
          <ac:spMkLst>
            <pc:docMk/>
            <pc:sldMk cId="2960799" sldId="265"/>
            <ac:spMk id="4" creationId="{B8E71CEF-2B45-514F-EC2C-15E5990D922C}"/>
          </ac:spMkLst>
        </pc:spChg>
      </pc:sldChg>
      <pc:sldChg chg="addSp delSp modSp new mod">
        <pc:chgData name="Yahor Lechanka" userId="34360e94-88de-42f5-8fa2-9bac94e2916c" providerId="ADAL" clId="{970B5515-03D9-4F80-B610-B003CCAFB89C}" dt="2026-05-04T09:50:20.321" v="3213" actId="27614"/>
        <pc:sldMkLst>
          <pc:docMk/>
          <pc:sldMk cId="3605052449" sldId="266"/>
        </pc:sldMkLst>
        <pc:spChg chg="mod">
          <ac:chgData name="Yahor Lechanka" userId="34360e94-88de-42f5-8fa2-9bac94e2916c" providerId="ADAL" clId="{970B5515-03D9-4F80-B610-B003CCAFB89C}" dt="2026-05-04T09:49:59.741" v="3209" actId="20577"/>
          <ac:spMkLst>
            <pc:docMk/>
            <pc:sldMk cId="3605052449" sldId="266"/>
            <ac:spMk id="4" creationId="{AA5672F3-35A9-B31E-5FA1-108FEC98E2BD}"/>
          </ac:spMkLst>
        </pc:spChg>
        <pc:spChg chg="add del mod">
          <ac:chgData name="Yahor Lechanka" userId="34360e94-88de-42f5-8fa2-9bac94e2916c" providerId="ADAL" clId="{970B5515-03D9-4F80-B610-B003CCAFB89C}" dt="2026-05-04T09:49:52.581" v="3189"/>
          <ac:spMkLst>
            <pc:docMk/>
            <pc:sldMk cId="3605052449" sldId="266"/>
            <ac:spMk id="5" creationId="{DF994F5C-2646-2224-5276-64799102DFEF}"/>
          </ac:spMkLst>
        </pc:spChg>
        <pc:picChg chg="add mod">
          <ac:chgData name="Yahor Lechanka" userId="34360e94-88de-42f5-8fa2-9bac94e2916c" providerId="ADAL" clId="{970B5515-03D9-4F80-B610-B003CCAFB89C}" dt="2026-05-04T09:50:20.321" v="3213" actId="27614"/>
          <ac:picMkLst>
            <pc:docMk/>
            <pc:sldMk cId="3605052449" sldId="266"/>
            <ac:picMk id="7" creationId="{1A3DA89E-4574-5F3F-3B20-F366E693B723}"/>
          </ac:picMkLst>
        </pc:picChg>
      </pc:sldChg>
      <pc:sldChg chg="addSp modSp new mod">
        <pc:chgData name="Yahor Lechanka" userId="34360e94-88de-42f5-8fa2-9bac94e2916c" providerId="ADAL" clId="{970B5515-03D9-4F80-B610-B003CCAFB89C}" dt="2026-05-04T10:28:00.444" v="3304" actId="20577"/>
        <pc:sldMkLst>
          <pc:docMk/>
          <pc:sldMk cId="1291184079" sldId="267"/>
        </pc:sldMkLst>
        <pc:spChg chg="mod">
          <ac:chgData name="Yahor Lechanka" userId="34360e94-88de-42f5-8fa2-9bac94e2916c" providerId="ADAL" clId="{970B5515-03D9-4F80-B610-B003CCAFB89C}" dt="2026-05-04T10:28:00.444" v="3304" actId="20577"/>
          <ac:spMkLst>
            <pc:docMk/>
            <pc:sldMk cId="1291184079" sldId="267"/>
            <ac:spMk id="4" creationId="{71DE3AA1-E131-7187-C724-026887597021}"/>
          </ac:spMkLst>
        </pc:spChg>
        <pc:picChg chg="add mod">
          <ac:chgData name="Yahor Lechanka" userId="34360e94-88de-42f5-8fa2-9bac94e2916c" providerId="ADAL" clId="{970B5515-03D9-4F80-B610-B003CCAFB89C}" dt="2026-05-04T09:54:23.417" v="3231" actId="27614"/>
          <ac:picMkLst>
            <pc:docMk/>
            <pc:sldMk cId="1291184079" sldId="267"/>
            <ac:picMk id="6" creationId="{73DEB88E-C3CF-63CF-CCC7-5D4E57CAAD9D}"/>
          </ac:picMkLst>
        </pc:picChg>
      </pc:sldChg>
      <pc:sldChg chg="addSp delSp modSp new mod">
        <pc:chgData name="Yahor Lechanka" userId="34360e94-88de-42f5-8fa2-9bac94e2916c" providerId="ADAL" clId="{970B5515-03D9-4F80-B610-B003CCAFB89C}" dt="2026-05-04T14:52:54.874" v="3704" actId="1076"/>
        <pc:sldMkLst>
          <pc:docMk/>
          <pc:sldMk cId="3948261080" sldId="268"/>
        </pc:sldMkLst>
        <pc:spChg chg="mod">
          <ac:chgData name="Yahor Lechanka" userId="34360e94-88de-42f5-8fa2-9bac94e2916c" providerId="ADAL" clId="{970B5515-03D9-4F80-B610-B003CCAFB89C}" dt="2026-05-04T14:51:32.187" v="3691" actId="20577"/>
          <ac:spMkLst>
            <pc:docMk/>
            <pc:sldMk cId="3948261080" sldId="268"/>
            <ac:spMk id="3" creationId="{5A4C26DE-BBF6-BD72-22D0-D4814DE3AC7B}"/>
          </ac:spMkLst>
        </pc:spChg>
        <pc:spChg chg="mod">
          <ac:chgData name="Yahor Lechanka" userId="34360e94-88de-42f5-8fa2-9bac94e2916c" providerId="ADAL" clId="{970B5515-03D9-4F80-B610-B003CCAFB89C}" dt="2026-05-04T14:42:46.559" v="3555" actId="20577"/>
          <ac:spMkLst>
            <pc:docMk/>
            <pc:sldMk cId="3948261080" sldId="268"/>
            <ac:spMk id="4" creationId="{C636FE70-BED2-D85F-86C2-A1F47AF70A51}"/>
          </ac:spMkLst>
        </pc:spChg>
        <pc:picChg chg="add mod">
          <ac:chgData name="Yahor Lechanka" userId="34360e94-88de-42f5-8fa2-9bac94e2916c" providerId="ADAL" clId="{970B5515-03D9-4F80-B610-B003CCAFB89C}" dt="2026-05-04T14:40:31.447" v="3493" actId="1076"/>
          <ac:picMkLst>
            <pc:docMk/>
            <pc:sldMk cId="3948261080" sldId="268"/>
            <ac:picMk id="6" creationId="{3D03BDCC-B428-900F-78DA-C328490B639B}"/>
          </ac:picMkLst>
        </pc:picChg>
        <pc:picChg chg="add del mod">
          <ac:chgData name="Yahor Lechanka" userId="34360e94-88de-42f5-8fa2-9bac94e2916c" providerId="ADAL" clId="{970B5515-03D9-4F80-B610-B003CCAFB89C}" dt="2026-05-04T14:41:40.116" v="3521" actId="478"/>
          <ac:picMkLst>
            <pc:docMk/>
            <pc:sldMk cId="3948261080" sldId="268"/>
            <ac:picMk id="8" creationId="{419148E5-0797-9C67-2D3A-B28DA9E71B0F}"/>
          </ac:picMkLst>
        </pc:picChg>
        <pc:picChg chg="add mod">
          <ac:chgData name="Yahor Lechanka" userId="34360e94-88de-42f5-8fa2-9bac94e2916c" providerId="ADAL" clId="{970B5515-03D9-4F80-B610-B003CCAFB89C}" dt="2026-05-04T14:41:43.345" v="3523" actId="1076"/>
          <ac:picMkLst>
            <pc:docMk/>
            <pc:sldMk cId="3948261080" sldId="268"/>
            <ac:picMk id="10" creationId="{ECD40B70-DF17-5D41-365C-0559714F1956}"/>
          </ac:picMkLst>
        </pc:picChg>
        <pc:picChg chg="add mod">
          <ac:chgData name="Yahor Lechanka" userId="34360e94-88de-42f5-8fa2-9bac94e2916c" providerId="ADAL" clId="{970B5515-03D9-4F80-B610-B003CCAFB89C}" dt="2026-05-04T14:42:11.749" v="3529" actId="1076"/>
          <ac:picMkLst>
            <pc:docMk/>
            <pc:sldMk cId="3948261080" sldId="268"/>
            <ac:picMk id="12" creationId="{8A8E6C3F-6ACE-01F6-0F45-0C026E1DA69A}"/>
          </ac:picMkLst>
        </pc:picChg>
        <pc:picChg chg="add mod">
          <ac:chgData name="Yahor Lechanka" userId="34360e94-88de-42f5-8fa2-9bac94e2916c" providerId="ADAL" clId="{970B5515-03D9-4F80-B610-B003CCAFB89C}" dt="2026-05-04T14:42:28.745" v="3532" actId="14100"/>
          <ac:picMkLst>
            <pc:docMk/>
            <pc:sldMk cId="3948261080" sldId="268"/>
            <ac:picMk id="14" creationId="{E3CBE48C-262B-D6D4-7BE7-1214FBE77EF9}"/>
          </ac:picMkLst>
        </pc:picChg>
        <pc:picChg chg="add mod">
          <ac:chgData name="Yahor Lechanka" userId="34360e94-88de-42f5-8fa2-9bac94e2916c" providerId="ADAL" clId="{970B5515-03D9-4F80-B610-B003CCAFB89C}" dt="2026-05-04T14:42:39.997" v="3535" actId="14100"/>
          <ac:picMkLst>
            <pc:docMk/>
            <pc:sldMk cId="3948261080" sldId="268"/>
            <ac:picMk id="16" creationId="{2249CACE-42F2-D11D-18ED-0D152FB06EA8}"/>
          </ac:picMkLst>
        </pc:picChg>
        <pc:picChg chg="add mod">
          <ac:chgData name="Yahor Lechanka" userId="34360e94-88de-42f5-8fa2-9bac94e2916c" providerId="ADAL" clId="{970B5515-03D9-4F80-B610-B003CCAFB89C}" dt="2026-05-04T14:43:08.203" v="3569" actId="1076"/>
          <ac:picMkLst>
            <pc:docMk/>
            <pc:sldMk cId="3948261080" sldId="268"/>
            <ac:picMk id="18" creationId="{1858F452-4C92-F81B-388C-DD9C34494575}"/>
          </ac:picMkLst>
        </pc:picChg>
        <pc:picChg chg="add mod modCrop">
          <ac:chgData name="Yahor Lechanka" userId="34360e94-88de-42f5-8fa2-9bac94e2916c" providerId="ADAL" clId="{970B5515-03D9-4F80-B610-B003CCAFB89C}" dt="2026-05-04T14:52:01.916" v="3694" actId="732"/>
          <ac:picMkLst>
            <pc:docMk/>
            <pc:sldMk cId="3948261080" sldId="268"/>
            <ac:picMk id="20" creationId="{0C3A753E-EEF1-D376-A52A-C3A8F6600A1A}"/>
          </ac:picMkLst>
        </pc:picChg>
        <pc:picChg chg="add mod">
          <ac:chgData name="Yahor Lechanka" userId="34360e94-88de-42f5-8fa2-9bac94e2916c" providerId="ADAL" clId="{970B5515-03D9-4F80-B610-B003CCAFB89C}" dt="2026-05-04T14:52:04.183" v="3695" actId="1076"/>
          <ac:picMkLst>
            <pc:docMk/>
            <pc:sldMk cId="3948261080" sldId="268"/>
            <ac:picMk id="22" creationId="{E14C35E2-179E-4A44-23F2-236A42039E83}"/>
          </ac:picMkLst>
        </pc:picChg>
        <pc:picChg chg="add mod">
          <ac:chgData name="Yahor Lechanka" userId="34360e94-88de-42f5-8fa2-9bac94e2916c" providerId="ADAL" clId="{970B5515-03D9-4F80-B610-B003CCAFB89C}" dt="2026-05-04T14:52:30.036" v="3698" actId="27614"/>
          <ac:picMkLst>
            <pc:docMk/>
            <pc:sldMk cId="3948261080" sldId="268"/>
            <ac:picMk id="24" creationId="{19ADCA73-AFD1-9C2B-A35F-44F338752A9C}"/>
          </ac:picMkLst>
        </pc:picChg>
        <pc:picChg chg="add mod">
          <ac:chgData name="Yahor Lechanka" userId="34360e94-88de-42f5-8fa2-9bac94e2916c" providerId="ADAL" clId="{970B5515-03D9-4F80-B610-B003CCAFB89C}" dt="2026-05-04T14:52:54.874" v="3704" actId="1076"/>
          <ac:picMkLst>
            <pc:docMk/>
            <pc:sldMk cId="3948261080" sldId="268"/>
            <ac:picMk id="26" creationId="{7B500BF2-B01A-1E80-7E2A-A6F091D669EB}"/>
          </ac:picMkLst>
        </pc:picChg>
      </pc:sldChg>
      <pc:sldChg chg="modSp new del mod">
        <pc:chgData name="Yahor Lechanka" userId="34360e94-88de-42f5-8fa2-9bac94e2916c" providerId="ADAL" clId="{970B5515-03D9-4F80-B610-B003CCAFB89C}" dt="2026-05-04T10:28:38.179" v="3305" actId="2696"/>
        <pc:sldMkLst>
          <pc:docMk/>
          <pc:sldMk cId="1587278912" sldId="269"/>
        </pc:sldMkLst>
        <pc:spChg chg="mod">
          <ac:chgData name="Yahor Lechanka" userId="34360e94-88de-42f5-8fa2-9bac94e2916c" providerId="ADAL" clId="{970B5515-03D9-4F80-B610-B003CCAFB89C}" dt="2026-05-04T10:27:00.132" v="3290" actId="20577"/>
          <ac:spMkLst>
            <pc:docMk/>
            <pc:sldMk cId="1587278912" sldId="269"/>
            <ac:spMk id="4" creationId="{EB244213-9F6B-D4A5-ED37-704F74C8D787}"/>
          </ac:spMkLst>
        </pc:spChg>
      </pc:sldChg>
      <pc:sldChg chg="addSp delSp modSp new mod">
        <pc:chgData name="Yahor Lechanka" userId="34360e94-88de-42f5-8fa2-9bac94e2916c" providerId="ADAL" clId="{970B5515-03D9-4F80-B610-B003CCAFB89C}" dt="2026-05-04T14:27:37.122" v="3335" actId="20577"/>
        <pc:sldMkLst>
          <pc:docMk/>
          <pc:sldMk cId="3010064229" sldId="269"/>
        </pc:sldMkLst>
        <pc:spChg chg="del">
          <ac:chgData name="Yahor Lechanka" userId="34360e94-88de-42f5-8fa2-9bac94e2916c" providerId="ADAL" clId="{970B5515-03D9-4F80-B610-B003CCAFB89C}" dt="2026-05-04T14:27:07.053" v="3309" actId="478"/>
          <ac:spMkLst>
            <pc:docMk/>
            <pc:sldMk cId="3010064229" sldId="269"/>
            <ac:spMk id="3" creationId="{71D63CC2-5E9B-2536-CD82-B1F7DBD4012B}"/>
          </ac:spMkLst>
        </pc:spChg>
        <pc:spChg chg="mod">
          <ac:chgData name="Yahor Lechanka" userId="34360e94-88de-42f5-8fa2-9bac94e2916c" providerId="ADAL" clId="{970B5515-03D9-4F80-B610-B003CCAFB89C}" dt="2026-05-04T14:27:37.122" v="3335" actId="20577"/>
          <ac:spMkLst>
            <pc:docMk/>
            <pc:sldMk cId="3010064229" sldId="269"/>
            <ac:spMk id="4" creationId="{2585EBC2-AA12-750E-AC2F-F6E42D4DDF5C}"/>
          </ac:spMkLst>
        </pc:spChg>
        <pc:picChg chg="add mod">
          <ac:chgData name="Yahor Lechanka" userId="34360e94-88de-42f5-8fa2-9bac94e2916c" providerId="ADAL" clId="{970B5515-03D9-4F80-B610-B003CCAFB89C}" dt="2026-05-04T14:27:21.854" v="3316" actId="1076"/>
          <ac:picMkLst>
            <pc:docMk/>
            <pc:sldMk cId="3010064229" sldId="269"/>
            <ac:picMk id="6" creationId="{67F25B5C-D357-F260-BEC0-566C25BFFD5C}"/>
          </ac:picMkLst>
        </pc:picChg>
      </pc:sldChg>
      <pc:sldChg chg="addSp delSp modSp new mod">
        <pc:chgData name="Yahor Lechanka" userId="34360e94-88de-42f5-8fa2-9bac94e2916c" providerId="ADAL" clId="{970B5515-03D9-4F80-B610-B003CCAFB89C}" dt="2026-05-04T14:28:01.127" v="3364" actId="27614"/>
        <pc:sldMkLst>
          <pc:docMk/>
          <pc:sldMk cId="1053903286" sldId="270"/>
        </pc:sldMkLst>
        <pc:spChg chg="del">
          <ac:chgData name="Yahor Lechanka" userId="34360e94-88de-42f5-8fa2-9bac94e2916c" providerId="ADAL" clId="{970B5515-03D9-4F80-B610-B003CCAFB89C}" dt="2026-05-04T14:27:51.217" v="3360" actId="478"/>
          <ac:spMkLst>
            <pc:docMk/>
            <pc:sldMk cId="1053903286" sldId="270"/>
            <ac:spMk id="3" creationId="{81E4632A-6812-5B37-D708-6B3FF2139CFC}"/>
          </ac:spMkLst>
        </pc:spChg>
        <pc:spChg chg="mod">
          <ac:chgData name="Yahor Lechanka" userId="34360e94-88de-42f5-8fa2-9bac94e2916c" providerId="ADAL" clId="{970B5515-03D9-4F80-B610-B003CCAFB89C}" dt="2026-05-04T14:27:48.211" v="3359" actId="20577"/>
          <ac:spMkLst>
            <pc:docMk/>
            <pc:sldMk cId="1053903286" sldId="270"/>
            <ac:spMk id="4" creationId="{336AC871-523F-4429-1BAF-EA8CCBD1ED82}"/>
          </ac:spMkLst>
        </pc:spChg>
        <pc:picChg chg="add mod">
          <ac:chgData name="Yahor Lechanka" userId="34360e94-88de-42f5-8fa2-9bac94e2916c" providerId="ADAL" clId="{970B5515-03D9-4F80-B610-B003CCAFB89C}" dt="2026-05-04T14:28:01.127" v="3364" actId="27614"/>
          <ac:picMkLst>
            <pc:docMk/>
            <pc:sldMk cId="1053903286" sldId="270"/>
            <ac:picMk id="6" creationId="{3263FF8D-385D-C809-7BC5-89A653DCD521}"/>
          </ac:picMkLst>
        </pc:picChg>
      </pc:sldChg>
      <pc:sldChg chg="addSp delSp modSp new mod">
        <pc:chgData name="Yahor Lechanka" userId="34360e94-88de-42f5-8fa2-9bac94e2916c" providerId="ADAL" clId="{970B5515-03D9-4F80-B610-B003CCAFB89C}" dt="2026-05-04T14:29:13.207" v="3410" actId="1076"/>
        <pc:sldMkLst>
          <pc:docMk/>
          <pc:sldMk cId="822063898" sldId="271"/>
        </pc:sldMkLst>
        <pc:spChg chg="del">
          <ac:chgData name="Yahor Lechanka" userId="34360e94-88de-42f5-8fa2-9bac94e2916c" providerId="ADAL" clId="{970B5515-03D9-4F80-B610-B003CCAFB89C}" dt="2026-05-04T14:28:45.203" v="3401" actId="478"/>
          <ac:spMkLst>
            <pc:docMk/>
            <pc:sldMk cId="822063898" sldId="271"/>
            <ac:spMk id="3" creationId="{FCB47562-9BBF-8B56-4FFA-D2BCD54EBD2E}"/>
          </ac:spMkLst>
        </pc:spChg>
        <pc:spChg chg="mod">
          <ac:chgData name="Yahor Lechanka" userId="34360e94-88de-42f5-8fa2-9bac94e2916c" providerId="ADAL" clId="{970B5515-03D9-4F80-B610-B003CCAFB89C}" dt="2026-05-04T14:28:41.153" v="3400" actId="20577"/>
          <ac:spMkLst>
            <pc:docMk/>
            <pc:sldMk cId="822063898" sldId="271"/>
            <ac:spMk id="4" creationId="{04168E5B-479C-0B61-4615-E2EBF5D3D8E9}"/>
          </ac:spMkLst>
        </pc:spChg>
        <pc:picChg chg="add mod">
          <ac:chgData name="Yahor Lechanka" userId="34360e94-88de-42f5-8fa2-9bac94e2916c" providerId="ADAL" clId="{970B5515-03D9-4F80-B610-B003CCAFB89C}" dt="2026-05-04T14:29:13.207" v="3410" actId="1076"/>
          <ac:picMkLst>
            <pc:docMk/>
            <pc:sldMk cId="822063898" sldId="271"/>
            <ac:picMk id="6" creationId="{CE232B32-857B-88E4-EA4B-A9435B8D3F1E}"/>
          </ac:picMkLst>
        </pc:picChg>
      </pc:sldChg>
      <pc:sldChg chg="addSp delSp modSp new mod">
        <pc:chgData name="Yahor Lechanka" userId="34360e94-88de-42f5-8fa2-9bac94e2916c" providerId="ADAL" clId="{970B5515-03D9-4F80-B610-B003CCAFB89C}" dt="2026-05-04T14:30:34.910" v="3437" actId="1076"/>
        <pc:sldMkLst>
          <pc:docMk/>
          <pc:sldMk cId="3741603856" sldId="272"/>
        </pc:sldMkLst>
        <pc:spChg chg="del">
          <ac:chgData name="Yahor Lechanka" userId="34360e94-88de-42f5-8fa2-9bac94e2916c" providerId="ADAL" clId="{970B5515-03D9-4F80-B610-B003CCAFB89C}" dt="2026-05-04T14:29:24.737" v="3423" actId="478"/>
          <ac:spMkLst>
            <pc:docMk/>
            <pc:sldMk cId="3741603856" sldId="272"/>
            <ac:spMk id="3" creationId="{FEF11DCC-435D-6AB1-7E64-D259E4E0E792}"/>
          </ac:spMkLst>
        </pc:spChg>
        <pc:spChg chg="mod">
          <ac:chgData name="Yahor Lechanka" userId="34360e94-88de-42f5-8fa2-9bac94e2916c" providerId="ADAL" clId="{970B5515-03D9-4F80-B610-B003CCAFB89C}" dt="2026-05-04T14:29:22.433" v="3422" actId="20577"/>
          <ac:spMkLst>
            <pc:docMk/>
            <pc:sldMk cId="3741603856" sldId="272"/>
            <ac:spMk id="4" creationId="{B98B8AFA-753D-4B18-F637-248035B17FAA}"/>
          </ac:spMkLst>
        </pc:spChg>
        <pc:picChg chg="add del mod">
          <ac:chgData name="Yahor Lechanka" userId="34360e94-88de-42f5-8fa2-9bac94e2916c" providerId="ADAL" clId="{970B5515-03D9-4F80-B610-B003CCAFB89C}" dt="2026-05-04T14:30:27.551" v="3431" actId="478"/>
          <ac:picMkLst>
            <pc:docMk/>
            <pc:sldMk cId="3741603856" sldId="272"/>
            <ac:picMk id="6" creationId="{80026662-1751-BFFC-BD0F-F3D451F73BCC}"/>
          </ac:picMkLst>
        </pc:picChg>
        <pc:picChg chg="add mod">
          <ac:chgData name="Yahor Lechanka" userId="34360e94-88de-42f5-8fa2-9bac94e2916c" providerId="ADAL" clId="{970B5515-03D9-4F80-B610-B003CCAFB89C}" dt="2026-05-04T14:30:34.910" v="3437" actId="1076"/>
          <ac:picMkLst>
            <pc:docMk/>
            <pc:sldMk cId="3741603856" sldId="272"/>
            <ac:picMk id="8" creationId="{553C003B-C07F-3D3F-6D0B-DF6283D87FF2}"/>
          </ac:picMkLst>
        </pc:picChg>
      </pc:sldChg>
      <pc:sldChg chg="addSp delSp modSp new mod">
        <pc:chgData name="Yahor Lechanka" userId="34360e94-88de-42f5-8fa2-9bac94e2916c" providerId="ADAL" clId="{970B5515-03D9-4F80-B610-B003CCAFB89C}" dt="2026-05-04T14:31:09.622" v="3476" actId="1076"/>
        <pc:sldMkLst>
          <pc:docMk/>
          <pc:sldMk cId="645513158" sldId="273"/>
        </pc:sldMkLst>
        <pc:spChg chg="del">
          <ac:chgData name="Yahor Lechanka" userId="34360e94-88de-42f5-8fa2-9bac94e2916c" providerId="ADAL" clId="{970B5515-03D9-4F80-B610-B003CCAFB89C}" dt="2026-05-04T14:30:59.026" v="3469" actId="478"/>
          <ac:spMkLst>
            <pc:docMk/>
            <pc:sldMk cId="645513158" sldId="273"/>
            <ac:spMk id="3" creationId="{B1A1FFFA-1D14-9054-78FF-A2F4128F147E}"/>
          </ac:spMkLst>
        </pc:spChg>
        <pc:spChg chg="mod">
          <ac:chgData name="Yahor Lechanka" userId="34360e94-88de-42f5-8fa2-9bac94e2916c" providerId="ADAL" clId="{970B5515-03D9-4F80-B610-B003CCAFB89C}" dt="2026-05-04T14:30:56.382" v="3468" actId="20577"/>
          <ac:spMkLst>
            <pc:docMk/>
            <pc:sldMk cId="645513158" sldId="273"/>
            <ac:spMk id="4" creationId="{C6C2F0BA-59D6-5F96-F9B8-BF5DEE2BC0AA}"/>
          </ac:spMkLst>
        </pc:spChg>
        <pc:picChg chg="add mod">
          <ac:chgData name="Yahor Lechanka" userId="34360e94-88de-42f5-8fa2-9bac94e2916c" providerId="ADAL" clId="{970B5515-03D9-4F80-B610-B003CCAFB89C}" dt="2026-05-04T14:31:09.622" v="3476" actId="1076"/>
          <ac:picMkLst>
            <pc:docMk/>
            <pc:sldMk cId="645513158" sldId="273"/>
            <ac:picMk id="6" creationId="{DB32E38A-F218-4500-B1B7-098556B21F5A}"/>
          </ac:picMkLst>
        </pc:picChg>
      </pc:sldChg>
      <pc:sldChg chg="addSp modSp new mod">
        <pc:chgData name="Yahor Lechanka" userId="34360e94-88de-42f5-8fa2-9bac94e2916c" providerId="ADAL" clId="{970B5515-03D9-4F80-B610-B003CCAFB89C}" dt="2026-05-04T14:54:45.268" v="3720" actId="1076"/>
        <pc:sldMkLst>
          <pc:docMk/>
          <pc:sldMk cId="2138375" sldId="274"/>
        </pc:sldMkLst>
        <pc:spChg chg="mod">
          <ac:chgData name="Yahor Lechanka" userId="34360e94-88de-42f5-8fa2-9bac94e2916c" providerId="ADAL" clId="{970B5515-03D9-4F80-B610-B003CCAFB89C}" dt="2026-05-04T14:54:34.182" v="3718" actId="20577"/>
          <ac:spMkLst>
            <pc:docMk/>
            <pc:sldMk cId="2138375" sldId="274"/>
            <ac:spMk id="3" creationId="{7450FCB5-9576-5C80-9146-8F1EF83D6BED}"/>
          </ac:spMkLst>
        </pc:spChg>
        <pc:spChg chg="mod">
          <ac:chgData name="Yahor Lechanka" userId="34360e94-88de-42f5-8fa2-9bac94e2916c" providerId="ADAL" clId="{970B5515-03D9-4F80-B610-B003CCAFB89C}" dt="2026-05-04T14:54:29.166" v="3710" actId="27636"/>
          <ac:spMkLst>
            <pc:docMk/>
            <pc:sldMk cId="2138375" sldId="274"/>
            <ac:spMk id="4" creationId="{2470F371-0C2D-E2ED-D822-74D97DF4D44F}"/>
          </ac:spMkLst>
        </pc:spChg>
        <pc:picChg chg="add mod">
          <ac:chgData name="Yahor Lechanka" userId="34360e94-88de-42f5-8fa2-9bac94e2916c" providerId="ADAL" clId="{970B5515-03D9-4F80-B610-B003CCAFB89C}" dt="2026-05-04T14:54:38.602" v="3719" actId="1076"/>
          <ac:picMkLst>
            <pc:docMk/>
            <pc:sldMk cId="2138375" sldId="274"/>
            <ac:picMk id="6" creationId="{CBDDCB16-E3E4-ED4C-B9F4-9D4E5946122C}"/>
          </ac:picMkLst>
        </pc:picChg>
        <pc:picChg chg="add mod">
          <ac:chgData name="Yahor Lechanka" userId="34360e94-88de-42f5-8fa2-9bac94e2916c" providerId="ADAL" clId="{970B5515-03D9-4F80-B610-B003CCAFB89C}" dt="2026-05-04T14:54:45.268" v="3720" actId="1076"/>
          <ac:picMkLst>
            <pc:docMk/>
            <pc:sldMk cId="2138375" sldId="274"/>
            <ac:picMk id="8" creationId="{BD15694C-DAA2-1D6A-6767-9CB49807372D}"/>
          </ac:picMkLst>
        </pc:picChg>
      </pc:sldChg>
      <pc:sldChg chg="addSp modSp new mod">
        <pc:chgData name="Yahor Lechanka" userId="34360e94-88de-42f5-8fa2-9bac94e2916c" providerId="ADAL" clId="{970B5515-03D9-4F80-B610-B003CCAFB89C}" dt="2026-05-04T14:57:16.063" v="3822" actId="962"/>
        <pc:sldMkLst>
          <pc:docMk/>
          <pc:sldMk cId="3079255373" sldId="275"/>
        </pc:sldMkLst>
        <pc:spChg chg="mod">
          <ac:chgData name="Yahor Lechanka" userId="34360e94-88de-42f5-8fa2-9bac94e2916c" providerId="ADAL" clId="{970B5515-03D9-4F80-B610-B003CCAFB89C}" dt="2026-05-04T14:55:42.280" v="3809" actId="20577"/>
          <ac:spMkLst>
            <pc:docMk/>
            <pc:sldMk cId="3079255373" sldId="275"/>
            <ac:spMk id="3" creationId="{9E3AEE1B-9CF0-4DF5-D0A8-80A81A289819}"/>
          </ac:spMkLst>
        </pc:spChg>
        <pc:spChg chg="mod">
          <ac:chgData name="Yahor Lechanka" userId="34360e94-88de-42f5-8fa2-9bac94e2916c" providerId="ADAL" clId="{970B5515-03D9-4F80-B610-B003CCAFB89C}" dt="2026-05-04T14:55:17.784" v="3736" actId="20577"/>
          <ac:spMkLst>
            <pc:docMk/>
            <pc:sldMk cId="3079255373" sldId="275"/>
            <ac:spMk id="4" creationId="{BAF7ACFA-1D22-6FC6-F44F-F23A19E12D8D}"/>
          </ac:spMkLst>
        </pc:spChg>
        <pc:picChg chg="add mod">
          <ac:chgData name="Yahor Lechanka" userId="34360e94-88de-42f5-8fa2-9bac94e2916c" providerId="ADAL" clId="{970B5515-03D9-4F80-B610-B003CCAFB89C}" dt="2026-05-04T14:56:08.599" v="3813" actId="962"/>
          <ac:picMkLst>
            <pc:docMk/>
            <pc:sldMk cId="3079255373" sldId="275"/>
            <ac:picMk id="6" creationId="{58E6BF01-8AB1-69C2-3A09-087D8E35D3CA}"/>
          </ac:picMkLst>
        </pc:picChg>
        <pc:picChg chg="add mod">
          <ac:chgData name="Yahor Lechanka" userId="34360e94-88de-42f5-8fa2-9bac94e2916c" providerId="ADAL" clId="{970B5515-03D9-4F80-B610-B003CCAFB89C}" dt="2026-05-04T14:56:51.087" v="3818" actId="962"/>
          <ac:picMkLst>
            <pc:docMk/>
            <pc:sldMk cId="3079255373" sldId="275"/>
            <ac:picMk id="8" creationId="{978D1808-3CF4-5022-1E34-E2A0E89A7497}"/>
          </ac:picMkLst>
        </pc:picChg>
        <pc:picChg chg="add mod">
          <ac:chgData name="Yahor Lechanka" userId="34360e94-88de-42f5-8fa2-9bac94e2916c" providerId="ADAL" clId="{970B5515-03D9-4F80-B610-B003CCAFB89C}" dt="2026-05-04T14:57:16.063" v="3822" actId="962"/>
          <ac:picMkLst>
            <pc:docMk/>
            <pc:sldMk cId="3079255373" sldId="275"/>
            <ac:picMk id="10" creationId="{868BB2BD-9999-1D97-3036-76B938E03412}"/>
          </ac:picMkLst>
        </pc:picChg>
      </pc:sldChg>
      <pc:sldChg chg="addSp modSp new mod">
        <pc:chgData name="Yahor Lechanka" userId="34360e94-88de-42f5-8fa2-9bac94e2916c" providerId="ADAL" clId="{970B5515-03D9-4F80-B610-B003CCAFB89C}" dt="2026-05-04T14:58:56.632" v="3863" actId="962"/>
        <pc:sldMkLst>
          <pc:docMk/>
          <pc:sldMk cId="381738011" sldId="276"/>
        </pc:sldMkLst>
        <pc:spChg chg="mod">
          <ac:chgData name="Yahor Lechanka" userId="34360e94-88de-42f5-8fa2-9bac94e2916c" providerId="ADAL" clId="{970B5515-03D9-4F80-B610-B003CCAFB89C}" dt="2026-05-04T14:58:51.049" v="3859" actId="20577"/>
          <ac:spMkLst>
            <pc:docMk/>
            <pc:sldMk cId="381738011" sldId="276"/>
            <ac:spMk id="4" creationId="{1759683C-0600-D1EB-73A4-CE2FD2E4775D}"/>
          </ac:spMkLst>
        </pc:spChg>
        <pc:picChg chg="add mod">
          <ac:chgData name="Yahor Lechanka" userId="34360e94-88de-42f5-8fa2-9bac94e2916c" providerId="ADAL" clId="{970B5515-03D9-4F80-B610-B003CCAFB89C}" dt="2026-05-04T14:58:56.632" v="3863" actId="962"/>
          <ac:picMkLst>
            <pc:docMk/>
            <pc:sldMk cId="381738011" sldId="276"/>
            <ac:picMk id="6" creationId="{B8EA2D84-63B0-D4EA-7B64-7F8E1C2BA7D7}"/>
          </ac:picMkLst>
        </pc:picChg>
      </pc:sldChg>
      <pc:sldChg chg="modSp new mod">
        <pc:chgData name="Yahor Lechanka" userId="34360e94-88de-42f5-8fa2-9bac94e2916c" providerId="ADAL" clId="{970B5515-03D9-4F80-B610-B003CCAFB89C}" dt="2026-05-04T15:50:48.602" v="4144" actId="20577"/>
        <pc:sldMkLst>
          <pc:docMk/>
          <pc:sldMk cId="3436143547" sldId="277"/>
        </pc:sldMkLst>
        <pc:spChg chg="mod">
          <ac:chgData name="Yahor Lechanka" userId="34360e94-88de-42f5-8fa2-9bac94e2916c" providerId="ADAL" clId="{970B5515-03D9-4F80-B610-B003CCAFB89C}" dt="2026-05-04T15:50:48.602" v="4144" actId="20577"/>
          <ac:spMkLst>
            <pc:docMk/>
            <pc:sldMk cId="3436143547" sldId="277"/>
            <ac:spMk id="3" creationId="{4C53C9C1-D299-6EC9-C912-6322633591C1}"/>
          </ac:spMkLst>
        </pc:spChg>
        <pc:spChg chg="mod">
          <ac:chgData name="Yahor Lechanka" userId="34360e94-88de-42f5-8fa2-9bac94e2916c" providerId="ADAL" clId="{970B5515-03D9-4F80-B610-B003CCAFB89C}" dt="2026-05-04T15:29:04.879" v="3877" actId="20577"/>
          <ac:spMkLst>
            <pc:docMk/>
            <pc:sldMk cId="3436143547" sldId="277"/>
            <ac:spMk id="4" creationId="{D2AA027C-7128-B169-1537-FB79EB042901}"/>
          </ac:spMkLst>
        </pc:spChg>
      </pc:sldChg>
      <pc:sldChg chg="addSp modSp new mod">
        <pc:chgData name="Yahor Lechanka" userId="34360e94-88de-42f5-8fa2-9bac94e2916c" providerId="ADAL" clId="{970B5515-03D9-4F80-B610-B003CCAFB89C}" dt="2026-05-04T15:31:00.212" v="4082" actId="1076"/>
        <pc:sldMkLst>
          <pc:docMk/>
          <pc:sldMk cId="4268666571" sldId="278"/>
        </pc:sldMkLst>
        <pc:spChg chg="mod">
          <ac:chgData name="Yahor Lechanka" userId="34360e94-88de-42f5-8fa2-9bac94e2916c" providerId="ADAL" clId="{970B5515-03D9-4F80-B610-B003CCAFB89C}" dt="2026-05-04T15:30:29.182" v="4075" actId="27636"/>
          <ac:spMkLst>
            <pc:docMk/>
            <pc:sldMk cId="4268666571" sldId="278"/>
            <ac:spMk id="4" creationId="{43785EB9-45E0-79F1-B61E-0150DACF6A96}"/>
          </ac:spMkLst>
        </pc:spChg>
        <pc:picChg chg="add mod">
          <ac:chgData name="Yahor Lechanka" userId="34360e94-88de-42f5-8fa2-9bac94e2916c" providerId="ADAL" clId="{970B5515-03D9-4F80-B610-B003CCAFB89C}" dt="2026-05-04T15:31:00.212" v="4082" actId="1076"/>
          <ac:picMkLst>
            <pc:docMk/>
            <pc:sldMk cId="4268666571" sldId="278"/>
            <ac:picMk id="6" creationId="{8916BD6C-6289-C90D-1390-288543504F7C}"/>
          </ac:picMkLst>
        </pc:picChg>
      </pc:sldChg>
      <pc:sldChg chg="modSp new mod">
        <pc:chgData name="Yahor Lechanka" userId="34360e94-88de-42f5-8fa2-9bac94e2916c" providerId="ADAL" clId="{970B5515-03D9-4F80-B610-B003CCAFB89C}" dt="2026-05-04T15:56:44.597" v="4185" actId="5793"/>
        <pc:sldMkLst>
          <pc:docMk/>
          <pc:sldMk cId="3588781746" sldId="279"/>
        </pc:sldMkLst>
        <pc:spChg chg="mod">
          <ac:chgData name="Yahor Lechanka" userId="34360e94-88de-42f5-8fa2-9bac94e2916c" providerId="ADAL" clId="{970B5515-03D9-4F80-B610-B003CCAFB89C}" dt="2026-05-04T15:56:44.597" v="4185" actId="5793"/>
          <ac:spMkLst>
            <pc:docMk/>
            <pc:sldMk cId="3588781746" sldId="279"/>
            <ac:spMk id="3" creationId="{72149BEC-28DD-4402-7D89-A6A029244479}"/>
          </ac:spMkLst>
        </pc:spChg>
        <pc:spChg chg="mod">
          <ac:chgData name="Yahor Lechanka" userId="34360e94-88de-42f5-8fa2-9bac94e2916c" providerId="ADAL" clId="{970B5515-03D9-4F80-B610-B003CCAFB89C}" dt="2026-05-04T15:53:05.039" v="4156" actId="20577"/>
          <ac:spMkLst>
            <pc:docMk/>
            <pc:sldMk cId="3588781746" sldId="279"/>
            <ac:spMk id="4" creationId="{2D603331-848D-CF54-3244-58FFAFF1936C}"/>
          </ac:spMkLst>
        </pc:spChg>
      </pc:sldChg>
      <pc:sldMasterChg chg="delSldLayout modSldLayout">
        <pc:chgData name="Yahor Lechanka" userId="34360e94-88de-42f5-8fa2-9bac94e2916c" providerId="ADAL" clId="{970B5515-03D9-4F80-B610-B003CCAFB89C}" dt="2026-05-04T08:00:27.608" v="164" actId="2696"/>
        <pc:sldMasterMkLst>
          <pc:docMk/>
          <pc:sldMasterMk cId="1580351694" sldId="2147483677"/>
        </pc:sldMasterMkLst>
        <pc:sldLayoutChg chg="delSp del">
          <pc:chgData name="Yahor Lechanka" userId="34360e94-88de-42f5-8fa2-9bac94e2916c" providerId="ADAL" clId="{970B5515-03D9-4F80-B610-B003CCAFB89C}" dt="2026-05-04T08:00:27.608" v="164" actId="2696"/>
          <pc:sldLayoutMkLst>
            <pc:docMk/>
            <pc:sldMasterMk cId="1580351694" sldId="2147483677"/>
            <pc:sldLayoutMk cId="3141306329" sldId="2147483704"/>
          </pc:sldLayoutMkLst>
          <pc:spChg chg="del">
            <ac:chgData name="Yahor Lechanka" userId="34360e94-88de-42f5-8fa2-9bac94e2916c" providerId="ADAL" clId="{970B5515-03D9-4F80-B610-B003CCAFB89C}" dt="2026-05-04T07:58:46.757" v="40"/>
            <ac:spMkLst>
              <pc:docMk/>
              <pc:sldMasterMk cId="1580351694" sldId="2147483677"/>
              <pc:sldLayoutMk cId="3141306329" sldId="2147483704"/>
              <ac:spMk id="7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A7607E-0B69-7042-8E26-D319E7C24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84" y="5739523"/>
            <a:ext cx="5061853" cy="53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542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AC0BB7-28CB-1045-A186-168990E05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82" y="5739523"/>
            <a:ext cx="5061858" cy="535961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</p:spTree>
    <p:extLst>
      <p:ext uri="{BB962C8B-B14F-4D97-AF65-F5344CB8AC3E}">
        <p14:creationId xmlns:p14="http://schemas.microsoft.com/office/powerpoint/2010/main" val="1610898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87CAFF-04F4-A34D-B7B6-EBED6965F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6197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92463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82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496797B-CDA6-844B-B707-13EFA6D08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178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52C242-21E2-8C45-8154-228A2AF65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7246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4B36B9-0633-CE4C-8EE7-86C09B93B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46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5E15E2-B5E9-0E44-8E6B-0D781F59F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41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C4BBC6-8C07-944F-88D5-2F7F291BF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07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8F48ED-D9F0-5E4D-BDF7-773F9E51D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71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66F67C-5493-6440-B926-868AD50BE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025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748264-8238-AA42-BAAD-DCEFFEB0B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23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56456-EFF1-AF89-28F7-3D4A6920E0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015B42-F239-7247-AA77-40BFCBDF0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83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7FC3B4-59A9-0143-ACAD-C4E10500A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5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951C0D4-3BCE-594F-B5D0-2ABAA5F6D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623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1EA50DF-9A0A-594A-BAD4-D68BD64C8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963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E03506-0294-5543-B200-158DEC474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761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01CAF6-BB71-BA43-B05C-1391B2217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5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7DD4BC-BB46-B042-8C9E-0C48FEF65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09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2E733ED-F177-394F-B2B4-AD0C24210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85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5EBA4CD-F5DD-7542-A915-231E69D45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91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B54CC63-E6C1-0641-A52A-0CA6A6D51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4310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67524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9D8470-6707-634E-83EB-0AE05382F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128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A9153B-D2C2-5F4B-A4B4-600CF3A29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6" y="6218750"/>
            <a:ext cx="3362234" cy="356001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92463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31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47B7FA-4368-414B-BAD6-A0AB292BA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84" y="5739523"/>
            <a:ext cx="5061853" cy="53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076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9A4D2F-F17A-B040-9E4F-AFE7D2510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82" y="5739523"/>
            <a:ext cx="5061858" cy="53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62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48231" y="6295058"/>
            <a:ext cx="1786567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35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</p:sldLayoutIdLst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65034-3571-CF01-3781-75A5D288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EqF</a:t>
            </a:r>
            <a:r>
              <a:rPr lang="en-US" dirty="0"/>
              <a:t> for Drones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05BC6-7F37-0684-0C7F-CF5E1FCD97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Yahor Lechanka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E7DC6-05C0-F92C-C4CE-167748544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05/04/2026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9D4A24D-6F2E-8F74-1BB8-EE3441542AF0}"/>
              </a:ext>
            </a:extLst>
          </p:cNvPr>
          <p:cNvSpPr txBox="1">
            <a:spLocks/>
          </p:cNvSpPr>
          <p:nvPr/>
        </p:nvSpPr>
        <p:spPr>
          <a:xfrm>
            <a:off x="1023257" y="4336218"/>
            <a:ext cx="7763458" cy="449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i="0" kern="1200" baseline="0">
                <a:solidFill>
                  <a:schemeClr val="bg2"/>
                </a:solidFill>
                <a:latin typeface="Acumin Pro Semibold" panose="020B0504020202020204" pitchFamily="34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5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May the 4th be with you</a:t>
            </a:r>
          </a:p>
        </p:txBody>
      </p:sp>
    </p:spTree>
    <p:extLst>
      <p:ext uri="{BB962C8B-B14F-4D97-AF65-F5344CB8AC3E}">
        <p14:creationId xmlns:p14="http://schemas.microsoft.com/office/powerpoint/2010/main" val="3349694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57E1AD-A0AD-2127-CB91-D549399ACA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E2634-2C61-8967-7305-F75BDCE3DD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 Time attitude and gyroscope bias estimation using IMU and magnetometer measurements.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 sensors: gyroscope, accelerometer and magnetometer.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Magnetometer can only estimate yaw reliably.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Accelerometer can estimate only roll and pitch.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Accelerometer experiences forces other than gravity.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C78B2B-1225-5FBE-C633-9EAB9839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Purpose</a:t>
            </a:r>
          </a:p>
        </p:txBody>
      </p:sp>
    </p:spTree>
    <p:extLst>
      <p:ext uri="{BB962C8B-B14F-4D97-AF65-F5344CB8AC3E}">
        <p14:creationId xmlns:p14="http://schemas.microsoft.com/office/powerpoint/2010/main" val="1953107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2B7660-5077-29D0-8AEE-670FEB0250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1BF7C5B-350F-5506-5775-2EE70358E374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US" dirty="0"/>
                  <a:t>State: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(3)</m:t>
                    </m:r>
                  </m:oMath>
                </a14:m>
                <a:r>
                  <a:rPr lang="en-US" b="0" dirty="0"/>
                  <a:t> – attitude Lie group element + lie algebra element for bias (which is angular velocity)</a:t>
                </a:r>
              </a:p>
              <a:p>
                <a:r>
                  <a:rPr lang="en-US" dirty="0"/>
                  <a:t>Symmetry Lie Group: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SO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𝑠𝑜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US" b="0" dirty="0"/>
                  <a:t>, basically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(3)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b="0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– element of state space,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– element of Lie Group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– angular velocity input,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0" dirty="0"/>
                  <a:t> - measurement vectors (for acceleration and magnetic heading)</a:t>
                </a:r>
              </a:p>
              <a:p>
                <a:r>
                  <a:rPr lang="en-US" b="0" dirty="0"/>
                  <a:t>Assuming no</a:t>
                </a:r>
                <a:r>
                  <a:rPr lang="en-US" dirty="0"/>
                  <a:t> bias random walk.</a:t>
                </a:r>
              </a:p>
              <a:p>
                <a:endParaRPr lang="en-US" b="0" dirty="0"/>
              </a:p>
              <a:p>
                <a:r>
                  <a:rPr lang="en-US" dirty="0"/>
                  <a:t>State evolution: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^,0)</m:t>
                      </m:r>
                    </m:oMath>
                  </m:oMathPara>
                </a14:m>
                <a:endParaRPr lang="en-US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1BF7C5B-350F-5506-5775-2EE70358E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433" t="-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B9A93513-A45F-4884-ABDC-E079A519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Filter Setup</a:t>
            </a:r>
          </a:p>
        </p:txBody>
      </p:sp>
    </p:spTree>
    <p:extLst>
      <p:ext uri="{BB962C8B-B14F-4D97-AF65-F5344CB8AC3E}">
        <p14:creationId xmlns:p14="http://schemas.microsoft.com/office/powerpoint/2010/main" val="357824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936D39-4D46-F269-7901-BEA0F4B66E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B935A3-2423-A805-51F4-8DC9FB4FEDF1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US" dirty="0"/>
                  <a:t>According to </a:t>
                </a:r>
                <a:r>
                  <a:rPr lang="en-US" dirty="0" err="1"/>
                  <a:t>EqF</a:t>
                </a:r>
                <a:r>
                  <a:rPr lang="en-US" dirty="0"/>
                  <a:t> paper we need to define a couple functions: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State action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Input symmetry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Equivariant lift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Output map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Output action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Error dynamics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Origin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𝜉</m:t>
                        </m:r>
                      </m:e>
                      <m:sup>
                        <m:r>
                          <a:rPr lang="ar-AE"/>
                          <m:t>∘</m:t>
                        </m:r>
                      </m:sup>
                    </m:sSup>
                  </m:oMath>
                </a14:m>
                <a:r>
                  <a:rPr lang="en-US" dirty="0"/>
                  <a:t>,</a:t>
                </a:r>
                <a:r>
                  <a:rPr lang="ar-AE" dirty="0"/>
                  <a:t> </a:t>
                </a:r>
                <a:r>
                  <a:rPr lang="en-US" dirty="0"/>
                  <a:t>local coordinates </a:t>
                </a:r>
                <a14:m>
                  <m:oMath xmlns:m="http://schemas.openxmlformats.org/officeDocument/2006/math">
                    <m:r>
                      <a:rPr lang="en-US" i="1" smtClean="0"/>
                      <m:t>𝜗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B935A3-2423-A805-51F4-8DC9FB4FED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433" t="-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92AE8858-AA5D-614A-7B3F-4FD0EAC28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EqF</a:t>
            </a:r>
            <a:r>
              <a:rPr lang="en-US" dirty="0"/>
              <a:t> functions</a:t>
            </a:r>
          </a:p>
        </p:txBody>
      </p:sp>
    </p:spTree>
    <p:extLst>
      <p:ext uri="{BB962C8B-B14F-4D97-AF65-F5344CB8AC3E}">
        <p14:creationId xmlns:p14="http://schemas.microsoft.com/office/powerpoint/2010/main" val="823614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6B1ADE-2C19-34CA-7EAA-0D79693BD7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B9E429C-6AF4-C4A5-2FAE-AB5D041F7DE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endParaRPr lang="en-US" b="0" dirty="0"/>
              </a:p>
              <a:p>
                <a:r>
                  <a:rPr lang="en-US" dirty="0"/>
                  <a:t> </a:t>
                </a:r>
              </a:p>
              <a:p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B9E429C-6AF4-C4A5-2FAE-AB5D041F7D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AD765C00-5768-52E4-161A-F84DE1C1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Action</a:t>
            </a:r>
          </a:p>
        </p:txBody>
      </p:sp>
    </p:spTree>
    <p:extLst>
      <p:ext uri="{BB962C8B-B14F-4D97-AF65-F5344CB8AC3E}">
        <p14:creationId xmlns:p14="http://schemas.microsoft.com/office/powerpoint/2010/main" val="1542178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4D1BC1-CF6A-66FC-549F-55B5458DFA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9A73FC8-D796-9FDF-DB53-51CC87C4DAC9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US" dirty="0"/>
                  <a:t>Need to find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that satisfies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)^,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𝑅𝐴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𝑅𝐴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e>
                    </m:d>
                    <m:r>
                      <a:rPr lang="ru-BY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)−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)−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∧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need to match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𝑅𝐴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ru-BY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9A73FC8-D796-9FDF-DB53-51CC87C4DA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433" t="-1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4A3B7810-C12C-5878-F75B-E03D5CE0A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symmetry</a:t>
            </a:r>
          </a:p>
        </p:txBody>
      </p:sp>
    </p:spTree>
    <p:extLst>
      <p:ext uri="{BB962C8B-B14F-4D97-AF65-F5344CB8AC3E}">
        <p14:creationId xmlns:p14="http://schemas.microsoft.com/office/powerpoint/2010/main" val="1533612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52F71F-4A7E-7523-3F61-8DBCE5296A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2F68373-A04A-DF69-C543-41C6F0765D99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US" dirty="0"/>
                  <a:t>Lift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satisfies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e>
                        </m: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At id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b="0" dirty="0"/>
                  <a:t>, then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b="0" dirty="0"/>
                  <a:t> </a:t>
                </a:r>
              </a:p>
              <a:p>
                <a:r>
                  <a:rPr lang="en-US" dirty="0"/>
                  <a:t>This should satisfy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</m:sup>
                    </m:sSup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endParaRPr lang="en-US" b="0" dirty="0"/>
              </a:p>
              <a:p>
                <a:endParaRPr lang="en-US" b="0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2F68373-A04A-DF69-C543-41C6F0765D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433" t="-1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B8E71CEF-2B45-514F-EC2C-15E5990D9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Equivariant Lift </a:t>
            </a:r>
          </a:p>
        </p:txBody>
      </p:sp>
    </p:spTree>
    <p:extLst>
      <p:ext uri="{BB962C8B-B14F-4D97-AF65-F5344CB8AC3E}">
        <p14:creationId xmlns:p14="http://schemas.microsoft.com/office/powerpoint/2010/main" val="2960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B09CE1-57DE-E3CC-1752-79BE1DBD74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80C7F-6C6B-E241-98A2-E8CD5CB183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5672F3-35A9-B31E-5FA1-108FEC98E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Equivariant Lift</a:t>
            </a:r>
          </a:p>
        </p:txBody>
      </p:sp>
      <p:pic>
        <p:nvPicPr>
          <p:cNvPr id="7" name="Picture 6" descr="The image displays a series of mathematical equations and expressions involving partial derivatives, tensor products, and algebraic manipulations, all of which relate to a proof or calculation demonstrating equality between the left-hand side (LHS) and right-hand side (RHS) of an equation involving various functions and variables.&#10;&#10;AI-generated content may be incorrect.">
            <a:extLst>
              <a:ext uri="{FF2B5EF4-FFF2-40B4-BE49-F238E27FC236}">
                <a16:creationId xmlns:a16="http://schemas.microsoft.com/office/drawing/2014/main" id="{1A3DA89E-4574-5F3F-3B20-F366E693B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6" y="1543323"/>
            <a:ext cx="6182588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052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D93989-6C4C-A2CD-310C-786111AE4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12EA3-729F-2747-4ADD-F380C83308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DE3AA1-E131-7187-C724-026887597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 Map and Action</a:t>
            </a:r>
          </a:p>
        </p:txBody>
      </p:sp>
      <p:pic>
        <p:nvPicPr>
          <p:cNvPr id="6" name="Picture 5" descr="The image depicts a mathematical expression showing the relationship between the probability density function p(X, y), and the transformation of a function h(X) into a matrix product involving the variables RA, AT, and their respective references.&#10;&#10;AI-generated content may be incorrect.">
            <a:extLst>
              <a:ext uri="{FF2B5EF4-FFF2-40B4-BE49-F238E27FC236}">
                <a16:creationId xmlns:a16="http://schemas.microsoft.com/office/drawing/2014/main" id="{73DEB88E-C3CF-63CF-CCC7-5D4E57CAA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543323"/>
            <a:ext cx="5287113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84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D8ACC2-03BD-58C0-E358-B432A15BEF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C26DE-BBF6-BD72-22D0-D4814DE3AC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EqF</a:t>
            </a:r>
            <a:r>
              <a:rPr lang="en-US" dirty="0"/>
              <a:t> error:</a:t>
            </a:r>
          </a:p>
          <a:p>
            <a:r>
              <a:rPr lang="en-US" dirty="0"/>
              <a:t>Inverse of the state:</a:t>
            </a:r>
          </a:p>
          <a:p>
            <a:r>
              <a:rPr lang="en-US" dirty="0"/>
              <a:t>So 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Origin:</a:t>
            </a:r>
          </a:p>
          <a:p>
            <a:r>
              <a:rPr lang="en-US" dirty="0"/>
              <a:t>Now convert the error to local vector coordinates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36FE70-BED2-D85F-86C2-A1F47AF7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Error State and Output coordinates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03BDCC-B428-900F-78DA-C328490B6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361" y="1546390"/>
            <a:ext cx="1276528" cy="342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D40B70-DF17-5D41-365C-0559714F1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617" y="1889338"/>
            <a:ext cx="1905266" cy="4286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8E6C3F-6ACE-01F6-0F45-0C026E1DA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939" y="2318023"/>
            <a:ext cx="1971950" cy="3143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CBE48C-262B-D6D4-7BE7-1214FBE77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17" y="2689559"/>
            <a:ext cx="2486372" cy="3551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249CACE-42F2-D11D-18ED-0D152FB06E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" y="3118296"/>
            <a:ext cx="2514690" cy="3789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858F452-4C92-F81B-388C-DD9C344945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6191" y="3407091"/>
            <a:ext cx="838340" cy="3273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C3A753E-EEF1-D376-A52A-C3A8F6600A1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3961" b="12500"/>
          <a:stretch>
            <a:fillRect/>
          </a:stretch>
        </p:blipFill>
        <p:spPr>
          <a:xfrm>
            <a:off x="485518" y="4142738"/>
            <a:ext cx="1848108" cy="2667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14C35E2-179E-4A44-23F2-236A42039E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0508" y="4142737"/>
            <a:ext cx="1200318" cy="266737"/>
          </a:xfrm>
          <a:prstGeom prst="rect">
            <a:avLst/>
          </a:prstGeom>
        </p:spPr>
      </p:pic>
      <p:pic>
        <p:nvPicPr>
          <p:cNvPr id="24" name="Picture 23" descr="The image depicts a mathematical equation involving logarithms and variables, but the specific content is unclear without further context or a visual representation.&#10;&#10;AI-generated content may be incorrect.">
            <a:extLst>
              <a:ext uri="{FF2B5EF4-FFF2-40B4-BE49-F238E27FC236}">
                <a16:creationId xmlns:a16="http://schemas.microsoft.com/office/drawing/2014/main" id="{19ADCA73-AFD1-9C2B-A35F-44F338752A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517" y="4621749"/>
            <a:ext cx="3362794" cy="771633"/>
          </a:xfrm>
          <a:prstGeom prst="rect">
            <a:avLst/>
          </a:prstGeom>
        </p:spPr>
      </p:pic>
      <p:pic>
        <p:nvPicPr>
          <p:cNvPr id="26" name="Picture 25" descr="The image depicts a mathematical expression involving logarithm, a variable, and an equation with a subtraction operation.&#10;&#10;AI-generated content may be incorrect.">
            <a:extLst>
              <a:ext uri="{FF2B5EF4-FFF2-40B4-BE49-F238E27FC236}">
                <a16:creationId xmlns:a16="http://schemas.microsoft.com/office/drawing/2014/main" id="{7B500BF2-B01A-1E80-7E2A-A6F091D669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517" y="5393382"/>
            <a:ext cx="1386140" cy="58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6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66DF13-DE1A-13C9-B56C-CE49F38574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0FCB5-9576-5C80-9146-8F1EF83D6B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Inverse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70F371-0C2D-E2ED-D822-74D97DF4D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 coordinates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DDCB16-E3E4-ED4C-B9F4-9D4E59461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592" y="1543323"/>
            <a:ext cx="2191056" cy="438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15694C-DAA2-1D6A-6767-9CB498073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592" y="2057149"/>
            <a:ext cx="2038635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BD068C-AE9F-CCFD-8208-33F8A652F2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AEE1B-9CF0-4DF5-D0A8-80A81A2898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Now we have everything to get matrices for </a:t>
            </a:r>
            <a:r>
              <a:rPr lang="en-US" dirty="0" err="1"/>
              <a:t>EqF</a:t>
            </a:r>
            <a:r>
              <a:rPr lang="en-US" dirty="0"/>
              <a:t> using these equations: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F7ACFA-1D22-6FC6-F44F-F23A19E12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EqF</a:t>
            </a:r>
            <a:r>
              <a:rPr lang="en-US" dirty="0"/>
              <a:t> matrices</a:t>
            </a:r>
          </a:p>
        </p:txBody>
      </p:sp>
      <p:pic>
        <p:nvPicPr>
          <p:cNvPr id="6" name="Picture 5" descr="The text appears to be a mathematical expression or equation involving partial derivatives and some vector calculus notation.&#10;&#10;AI-generated content may be incorrect.">
            <a:extLst>
              <a:ext uri="{FF2B5EF4-FFF2-40B4-BE49-F238E27FC236}">
                <a16:creationId xmlns:a16="http://schemas.microsoft.com/office/drawing/2014/main" id="{58E6BF01-8AB1-69C2-3A09-087D8E35D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6" y="2200996"/>
            <a:ext cx="4572638" cy="590632"/>
          </a:xfrm>
          <a:prstGeom prst="rect">
            <a:avLst/>
          </a:prstGeom>
        </p:spPr>
      </p:pic>
      <p:pic>
        <p:nvPicPr>
          <p:cNvPr id="8" name="Picture 7" descr="AdR-1￢ﾂﾬ^&#10;&#10;AI-generated content may be incorrect.">
            <a:extLst>
              <a:ext uri="{FF2B5EF4-FFF2-40B4-BE49-F238E27FC236}">
                <a16:creationId xmlns:a16="http://schemas.microsoft.com/office/drawing/2014/main" id="{978D1808-3CF4-5022-1E34-E2A0E89A7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2791628"/>
            <a:ext cx="4467849" cy="514422"/>
          </a:xfrm>
          <a:prstGeom prst="rect">
            <a:avLst/>
          </a:prstGeom>
        </p:spPr>
      </p:pic>
      <p:pic>
        <p:nvPicPr>
          <p:cNvPr id="10" name="Picture 9" descr="The text describes a mathematical equation involving partial derivatives and a change in a function E, expressed in terms of other variables and constants.&#10;&#10;AI-generated content may be incorrect.">
            <a:extLst>
              <a:ext uri="{FF2B5EF4-FFF2-40B4-BE49-F238E27FC236}">
                <a16:creationId xmlns:a16="http://schemas.microsoft.com/office/drawing/2014/main" id="{868BB2BD-9999-1D97-3036-76B938E03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86" y="3475156"/>
            <a:ext cx="460121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55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01E941-5C37-81F3-71C2-908FDD6813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A746B-A292-8F5F-E300-33C8D96C21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59683C-0600-D1EB-73A4-CE2FD2E47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Kalman Filter Equations</a:t>
            </a:r>
          </a:p>
        </p:txBody>
      </p:sp>
      <p:pic>
        <p:nvPicPr>
          <p:cNvPr id="6" name="Picture 5" descr="The text appears to be a series of mathematical equations or symbols, possibly from a physics or engineering context, detailing variables and their relationships.&#10;&#10;AI-generated content may be incorrect.">
            <a:extLst>
              <a:ext uri="{FF2B5EF4-FFF2-40B4-BE49-F238E27FC236}">
                <a16:creationId xmlns:a16="http://schemas.microsoft.com/office/drawing/2014/main" id="{B8EA2D84-63B0-D4EA-7B64-7F8E1C2BA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6" y="2088352"/>
            <a:ext cx="4591691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8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2DE83D-B749-E8C9-B677-A1124E2015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85EBC2-AA12-750E-AC2F-F6E42D4DD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Simulation Results</a:t>
            </a:r>
          </a:p>
        </p:txBody>
      </p:sp>
      <p:pic>
        <p:nvPicPr>
          <p:cNvPr id="6" name="Picture 5" descr="The diagram shows a set of plotted data points, likely representing the attitude (orientation) log and gyro bias estimates over time, with error measurements for attitude and bias, and a time axis.&#10;&#10;AI-generated content may be incorrect.">
            <a:extLst>
              <a:ext uri="{FF2B5EF4-FFF2-40B4-BE49-F238E27FC236}">
                <a16:creationId xmlns:a16="http://schemas.microsoft.com/office/drawing/2014/main" id="{67F25B5C-D357-F260-BEC0-566C25BFF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916" y="1185678"/>
            <a:ext cx="6310168" cy="471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064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96BE25-FA76-229A-0090-85F7984A6F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6AC871-523F-4429-1BAF-EA8CCBD1E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NEES and NIS</a:t>
            </a:r>
          </a:p>
        </p:txBody>
      </p:sp>
      <p:pic>
        <p:nvPicPr>
          <p:cNvPr id="6" name="Picture 5" descr="The diagram shows two sets of data, one representing Normalized Estimation Error Squared (NEES) with a mean value of 7.0 and a 95% confidence interval, and the other representing Normalized Innovation Squared (NIS) with a mean value of 6.0 and a 95% confidence interval, plotted against time in seconds.&#10;&#10;AI-generated content may be incorrect.">
            <a:extLst>
              <a:ext uri="{FF2B5EF4-FFF2-40B4-BE49-F238E27FC236}">
                <a16:creationId xmlns:a16="http://schemas.microsoft.com/office/drawing/2014/main" id="{3263FF8D-385D-C809-7BC5-89A653DCD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106" y="1444230"/>
            <a:ext cx="8967788" cy="444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903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C207D5-E389-C29C-B8BD-8B075A4F35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2B1A2-5FB6-0325-D5FB-CA78B2ADB8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785EB9-45E0-79F1-B61E-0150DACF6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Drone data</a:t>
            </a:r>
          </a:p>
        </p:txBody>
      </p:sp>
      <p:pic>
        <p:nvPicPr>
          <p:cNvPr id="6" name="Picture 5" descr="The diagram illustrates the comparison of Equivalent Field (EqF) attitude estimates against odometry data, depicting roll, pitch, and yaw measurements in degrees over time, including gyro bias readings.&#10;&#10;AI-generated content may be incorrect.">
            <a:extLst>
              <a:ext uri="{FF2B5EF4-FFF2-40B4-BE49-F238E27FC236}">
                <a16:creationId xmlns:a16="http://schemas.microsoft.com/office/drawing/2014/main" id="{8916BD6C-6289-C90D-1390-288543504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759" y="1372037"/>
            <a:ext cx="4625993" cy="46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666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6724A0-2614-D181-8810-7D76635EC5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168E5B-479C-0B61-4615-E2EBF5D3D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Drone data</a:t>
            </a:r>
          </a:p>
        </p:txBody>
      </p:sp>
      <p:pic>
        <p:nvPicPr>
          <p:cNvPr id="6" name="Picture 5" descr="The diagram illustrates a comparison of error values (EqF error and Previous filter error) over time, showing a fluctuating relationship between them, with a yaw error in degrees also plotted.&#10;&#10;AI-generated content may be incorrect.">
            <a:extLst>
              <a:ext uri="{FF2B5EF4-FFF2-40B4-BE49-F238E27FC236}">
                <a16:creationId xmlns:a16="http://schemas.microsoft.com/office/drawing/2014/main" id="{CE232B32-857B-88E4-EA4B-A9435B8D3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217" y="1320051"/>
            <a:ext cx="6619566" cy="469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063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11DF74-5CB4-80F3-7A25-08706EAE3D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8B8AFA-753D-4B18-F637-248035B17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Drone Data</a:t>
            </a:r>
          </a:p>
        </p:txBody>
      </p:sp>
      <p:pic>
        <p:nvPicPr>
          <p:cNvPr id="8" name="Picture 7" descr="The image displays a comparison chart of error values in degrees (deg) for EQF (Electronic Quality Filter) and a previous filter, specifically for roll, pitch, and yaw measurements.&#10;&#10;AI-generated content may be incorrect.">
            <a:extLst>
              <a:ext uri="{FF2B5EF4-FFF2-40B4-BE49-F238E27FC236}">
                <a16:creationId xmlns:a16="http://schemas.microsoft.com/office/drawing/2014/main" id="{553C003B-C07F-3D3F-6D0B-DF6283D87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452" y="2190687"/>
            <a:ext cx="7149095" cy="161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03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993CFA-C4DA-B428-9C44-C7DF5B42ED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C2F0BA-59D6-5F96-F9B8-BF5DEE2BC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NEES and NIS for drone data</a:t>
            </a:r>
          </a:p>
        </p:txBody>
      </p:sp>
      <p:pic>
        <p:nvPicPr>
          <p:cNvPr id="6" name="Picture 5" descr="The image shows two graphs: the first displays the chi-square bounds for attitude NEES consistency testing with a sample size of 175, and the second shows the chi-square bounds for NIS consistency testing with a sample size of 14. Both graphs illustrate the expected degrees of freedom (DOF) for attitude and NIS respectively.&#10;&#10;AI-generated content may be incorrect.">
            <a:extLst>
              <a:ext uri="{FF2B5EF4-FFF2-40B4-BE49-F238E27FC236}">
                <a16:creationId xmlns:a16="http://schemas.microsoft.com/office/drawing/2014/main" id="{DB32E38A-F218-4500-B1B7-098556B21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204" y="1225556"/>
            <a:ext cx="6563591" cy="467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13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5C5F20-C7F4-3F1C-2DD4-89443A9854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3C9C1-D299-6EC9-C912-6322633591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 the code cleaner.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Figure out how to calculate derivatives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Tune the filter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 on introducing position with GPS and optical flow measurements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Derive filter with bias random walk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AA027C-7128-B169-1537-FB79EB042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3436143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78186E-483A-10BA-C5CE-03B14B6E3E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49BEC-28DD-4402-7D89-A6A0292444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Course materials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van Goor, P., Hamel, T., &amp; Mahony, R. (2023). Equivariant Filter (EQF). </a:t>
            </a:r>
            <a:r>
              <a:rPr lang="en-US" i="1" dirty="0"/>
              <a:t>IEEE Transactions on Automatic Control</a:t>
            </a:r>
            <a:r>
              <a:rPr lang="en-US" dirty="0"/>
              <a:t>, </a:t>
            </a:r>
            <a:r>
              <a:rPr lang="en-US" i="1" dirty="0"/>
              <a:t>68</a:t>
            </a:r>
            <a:r>
              <a:rPr lang="en-US" dirty="0"/>
              <a:t>(6), 3501–3512. https://doi.org/10.1109/tac.2022.3194094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Fornasier</a:t>
            </a:r>
            <a:r>
              <a:rPr lang="en-US" dirty="0"/>
              <a:t>, A., Ng, Y., Brommer, C., Bohm, C., Mahony, R., &amp; Weiss, S. (2022). Overcoming bias: Equivariant filter design for biased attitude estimation with online calibration. </a:t>
            </a:r>
            <a:r>
              <a:rPr lang="en-US" i="1" dirty="0"/>
              <a:t>IEEE Robotics and Automation Letters</a:t>
            </a:r>
            <a:r>
              <a:rPr lang="en-US" dirty="0"/>
              <a:t>, </a:t>
            </a:r>
            <a:r>
              <a:rPr lang="en-US" i="1" dirty="0"/>
              <a:t>7</a:t>
            </a:r>
            <a:r>
              <a:rPr lang="en-US" dirty="0"/>
              <a:t>(4), 12118–12125. https://doi.org/10.1109/lra.2022.3210867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603331-848D-CF54-3244-58FFAFF19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588781746"/>
      </p:ext>
    </p:extLst>
  </p:cSld>
  <p:clrMapOvr>
    <a:masterClrMapping/>
  </p:clrMapOvr>
</p:sld>
</file>

<file path=ppt/theme/theme1.xml><?xml version="1.0" encoding="utf-8"?>
<a:theme xmlns:a="http://schemas.openxmlformats.org/drawingml/2006/main" name="AAE-2023-Purdue-Brand-Widescreen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aster Template.potx" id="{7A2887B6-AF1A-E24D-8E9D-870BBF53B331}" vid="{56A60E50-7EF6-C244-B1D3-2D887417ED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AAE-2023-Purdue-Brand-Widescreen</Template>
  <TotalTime>504</TotalTime>
  <Words>584</Words>
  <Application>Microsoft Office PowerPoint</Application>
  <PresentationFormat>Widescreen</PresentationFormat>
  <Paragraphs>90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Acumin Pro</vt:lpstr>
      <vt:lpstr>Acumin Pro Condensed Semibold</vt:lpstr>
      <vt:lpstr>Acumin Pro Medium</vt:lpstr>
      <vt:lpstr>Acumin Pro Semibold</vt:lpstr>
      <vt:lpstr>Arial</vt:lpstr>
      <vt:lpstr>Cambria Math</vt:lpstr>
      <vt:lpstr>Franklin Gothic Book</vt:lpstr>
      <vt:lpstr>Franklin Gothic Medium</vt:lpstr>
      <vt:lpstr>Franklin Gothic Medium Cond</vt:lpstr>
      <vt:lpstr>Wingdings</vt:lpstr>
      <vt:lpstr>AAE-2023-Purdue-Brand-Widescreen</vt:lpstr>
      <vt:lpstr>EqF for Drones</vt:lpstr>
      <vt:lpstr>Purpose</vt:lpstr>
      <vt:lpstr>Filter Setup</vt:lpstr>
      <vt:lpstr>EqF functions</vt:lpstr>
      <vt:lpstr>State Action</vt:lpstr>
      <vt:lpstr>Input symmetry</vt:lpstr>
      <vt:lpstr>Equivariant Lift </vt:lpstr>
      <vt:lpstr>Equivariant Lift</vt:lpstr>
      <vt:lpstr>Output Map and Action</vt:lpstr>
      <vt:lpstr>Error State and Output coordinates</vt:lpstr>
      <vt:lpstr>Output coordinates</vt:lpstr>
      <vt:lpstr>EqF matrices</vt:lpstr>
      <vt:lpstr>Kalman Filter Equations</vt:lpstr>
      <vt:lpstr>Simulation Results</vt:lpstr>
      <vt:lpstr>NEES and NIS</vt:lpstr>
      <vt:lpstr>Drone data</vt:lpstr>
      <vt:lpstr>Drone data</vt:lpstr>
      <vt:lpstr>Drone Data</vt:lpstr>
      <vt:lpstr>NEES and NIS for drone data</vt:lpstr>
      <vt:lpstr>Next Steps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Yahor Lechanka</dc:creator>
  <cp:lastModifiedBy>Yahor Lechanka</cp:lastModifiedBy>
  <cp:revision>1</cp:revision>
  <dcterms:created xsi:type="dcterms:W3CDTF">2026-05-04T07:51:27Z</dcterms:created>
  <dcterms:modified xsi:type="dcterms:W3CDTF">2026-05-04T16:16:25Z</dcterms:modified>
</cp:coreProperties>
</file>